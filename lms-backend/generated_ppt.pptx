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 Generated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 is a branch of Artificial Intelligence that focuses on building systems capable of learning from data </a:t>
            </a:r>
          </a:p>
          <a:p>
            <a:r>
              <a:t>Instead of relying on fixed rules, machine learning algorithms identify patterns in data and use these patterns to make </a:t>
            </a:r>
          </a:p>
          <a:p>
            <a:r>
              <a:t>At its core, machine learning involves training a model using a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model learns relationships between input variables  and outputs</a:t>
            </a:r>
          </a:p>
          <a:p>
            <a:r>
              <a:t>Once trained, it can generalize this knowledge to unseen data</a:t>
            </a:r>
          </a:p>
          <a:p>
            <a:r>
              <a:t>This ability makes ML highly valuable in real-world applications where data is abundant and constantly changing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There are three main types of machine learning</a:t>
            </a:r>
          </a:p>
          <a:p>
            <a:r>
              <a:t>Supervised learning uses labeled data, where the correct output is known, to train models for tasks like classification </a:t>
            </a:r>
          </a:p>
          <a:p>
            <a:r>
              <a:t>Unsupervised learning works with unlabeled data to discover hidden structures, such as clustering similar data 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Reinforcement learning involves an agent learning to make decisions by interacting with an environment and receiving rew</a:t>
            </a:r>
          </a:p>
          <a:p>
            <a:r>
              <a:t>Machine learning is widely used across industries</a:t>
            </a:r>
          </a:p>
          <a:p>
            <a:r>
              <a:t>In healthcare, it helps in disease prediction and diagnosis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finance, it is used for fraud detection and risk analysis</a:t>
            </a:r>
          </a:p>
          <a:p>
            <a:r>
              <a:t>In everyday life, recommendation systems used by platforms like Netflix and Amazon suggest content and products based on</a:t>
            </a:r>
          </a:p>
          <a:p>
            <a:r>
              <a:t>It also powers technologies such as speech recognition, image processing, and autonomous vehicles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Despite its advantages, machine learning faces challenges such as data quality, overfitting, bias, and interpretability</a:t>
            </a:r>
          </a:p>
          <a:p>
            <a:r>
              <a:t>Ensuring ethical use and transparency is also critical as ML systems increasingly influence decision-making</a:t>
            </a:r>
          </a:p>
          <a:p>
            <a:r>
              <a:t>In conclusion, machine learning is a powerful and evolving field that enables computers to learn from data and make inte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